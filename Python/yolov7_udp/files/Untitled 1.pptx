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735A33-248F-4BC6-A7CD-07BCFE4132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FE75DF-8EE7-421C-8A43-79C2A73DBDE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3086280" y="857520"/>
            <a:ext cx="4228920" cy="188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"/>
          <p:cNvPicPr/>
          <p:nvPr/>
        </p:nvPicPr>
        <p:blipFill>
          <a:blip r:embed="rId2"/>
          <a:stretch/>
        </p:blipFill>
        <p:spPr>
          <a:xfrm>
            <a:off x="505080" y="2971800"/>
            <a:ext cx="9324720" cy="222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2026-06-22T06:31:03Z</dcterms:created>
  <dc:creator/>
  <dc:description/>
  <dc:language>en-US</dc:language>
  <cp:lastModifiedBy/>
  <dcterms:modified xsi:type="dcterms:W3CDTF">2026-06-22T10:15:06Z</dcterms:modified>
  <cp:revision>1</cp:revision>
  <dc:subject/>
  <dc:title/>
</cp:coreProperties>
</file>